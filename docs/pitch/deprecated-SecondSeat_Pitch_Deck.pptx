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SecondSeat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Flow-Preserving Gaming Companion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3657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 •  Roberto J. Asino  • 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731520"/>
            <a:ext cx="2560320" cy="2560320"/>
          </a:xfrm>
          <a:prstGeom prst="ellipse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097280"/>
            <a:ext cx="1828800" cy="1828800"/>
          </a:xfrm>
          <a:prstGeom prst="ellipse">
            <a:avLst/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TECH WEEK  •  PRODUCT CHALLENGE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unstuck breaks your game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160520" cy="1417320"/>
          </a:xfrm>
          <a:prstGeom prst="rect">
            <a:avLst/>
          </a:prstGeom>
          <a:solidFill>
            <a:srgbClr val="1324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54864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 &amp; GameFAQs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tab-switching and scroll hunting. Spoilers appear before you're ready.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160520" cy="1417320"/>
          </a:xfrm>
          <a:prstGeom prst="rect">
            <a:avLst/>
          </a:prstGeom>
          <a:solidFill>
            <a:srgbClr val="1324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54864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Walkthroughs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385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playing into watching. No control over spoiler depth.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4160520" cy="1417320"/>
          </a:xfrm>
          <a:prstGeom prst="rect">
            <a:avLst/>
          </a:prstGeom>
          <a:solidFill>
            <a:srgbClr val="1324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063240"/>
            <a:ext cx="54864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Over-explain, hallucinate, or solve the whole puzzle when you wanted one nudge.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160520" cy="1417320"/>
          </a:xfrm>
          <a:prstGeom prst="rect">
            <a:avLst/>
          </a:prstGeom>
          <a:solidFill>
            <a:srgbClr val="1324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63240"/>
            <a:ext cx="54864" cy="1417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Search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930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fragmented. Players stitch answers across tabs while sessions lose momentum.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players who want just enough help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160520" cy="3337560"/>
          </a:xfrm>
          <a:prstGeom prst="rect">
            <a:avLst/>
          </a:prstGeom>
          <a:solidFill>
            <a:srgbClr val="1324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6420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Busy Progress-Seeker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761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time hunting guides. Gets stuck and drops sessions. Dislikes walls of text.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47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694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steady progress in short sessions without ruining the game.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178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HELP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44256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SecondSeat turns stuck moments into 1–3 line answers that get players moving again fast.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4160520" cy="3337560"/>
          </a:xfrm>
          <a:prstGeom prst="rect">
            <a:avLst/>
          </a:prstGeom>
          <a:solidFill>
            <a:srgbClr val="1324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166420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Retro Explorer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2761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dense RPG guides. Missing manual-era context. Obscure puzzles. Outdated sources.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447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3694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classics with enough context to progress while preserving discovery.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178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HELP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44256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SecondSeat repackages old guide knowledge into spoiler-aware hints for the current moment.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from question to unstuck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72768" cy="3291840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153619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opens SecondSeat in browser and picks the game currently being played.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2441448"/>
            <a:ext cx="146304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6272" y="1417320"/>
            <a:ext cx="1572768" cy="3291840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88336" y="153619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67712" y="22128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67712" y="2743200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text: "I'm in the Water Temple — where do I go next, no spoilers?"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441448"/>
            <a:ext cx="146304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95344" y="1417320"/>
            <a:ext cx="1572768" cy="3291840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53619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6784" y="22128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86784" y="2743200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SecondSeat combines the game, session history, and structured guide data into a grounded request.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68112" y="2441448"/>
            <a:ext cx="146304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14416" y="1417320"/>
            <a:ext cx="1572768" cy="3291840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53619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05856" y="22128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Micro-Hint Delivered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05856" y="2743200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1–3 lines that nudge the player forward without revealing what's ahead.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87184" y="2441448"/>
            <a:ext cx="146304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1417320"/>
            <a:ext cx="1572768" cy="3291840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45552" y="153619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24928" y="22128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Ready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24928" y="2743200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can dig deeper with a follow-up or request spoken output — no tab switching needed.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Inference, kept simple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APPLICATION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006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AI &amp; RETRIEVAL (RAG)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657600" cy="804672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28800"/>
            <a:ext cx="64008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select, voice / text input, session display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3657600" cy="804672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788920"/>
            <a:ext cx="64008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43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Orchestrator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36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game context, session memory, and system prompt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3657600" cy="804672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749040"/>
            <a:ext cx="64008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Ingestion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096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markdown / HTML guides, cleans and stores content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828800"/>
            <a:ext cx="3657600" cy="804672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828800"/>
            <a:ext cx="64008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1762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from chunked guide content for fast similarity search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788920"/>
            <a:ext cx="3657600" cy="804672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788920"/>
            <a:ext cx="64008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843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136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most relevant guide passages based on the player's question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749040"/>
            <a:ext cx="3657600" cy="804672"/>
          </a:xfrm>
          <a:prstGeom prst="rect">
            <a:avLst/>
          </a:prstGeom>
          <a:solidFill>
            <a:srgbClr val="132436"/>
          </a:solidFill>
          <a:ln w="12700">
            <a:solidFill>
              <a:srgbClr val="096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749040"/>
            <a:ext cx="64008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096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spoiler-safe micro-hint grounded in retrieved guide context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69080" y="2651760"/>
            <a:ext cx="73152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27432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content indexing is separated from live inference — keeping runtime requests lightweight and responses grounded.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foundation, Patreon-first monetization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651760" cy="3337560"/>
          </a:xfrm>
          <a:prstGeom prst="rect">
            <a:avLst/>
          </a:prstGeom>
          <a:solidFill>
            <a:srgbClr val="132436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2651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2286000" cy="2743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daily hints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626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session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spoiler-safe guidance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8678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value first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51760" cy="3337560"/>
          </a:xfrm>
          <a:prstGeom prst="rect">
            <a:avLst/>
          </a:prstGeom>
          <a:solidFill>
            <a:srgbClr val="096E78"/>
          </a:solidFill>
          <a:ln w="254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Patreon Tier 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2340864"/>
            <a:ext cx="2286000" cy="2743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4505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sessions &amp; longer memory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9626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supported games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474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updates &amp; dev logs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98678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SecondSeat grow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463040"/>
            <a:ext cx="2651760" cy="3337560"/>
          </a:xfrm>
          <a:prstGeom prst="rect">
            <a:avLst/>
          </a:prstGeom>
          <a:solidFill>
            <a:srgbClr val="132436"/>
          </a:solidFill>
          <a:ln w="12700">
            <a:solidFill>
              <a:srgbClr val="F6AE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463040"/>
            <a:ext cx="265176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CIRCLE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Patreon Tier 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340864"/>
            <a:ext cx="2286000" cy="27432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4505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access &amp; perks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9626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input &amp; voting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474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 dev updates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98678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creator/community 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retro &amp; long-form gaming communities → creator demos → word-of-mouth growth loop.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MVP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game. One area. One believable scenario.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3977640" cy="3401568"/>
          </a:xfrm>
          <a:prstGeom prst="rect">
            <a:avLst/>
          </a:prstGeom>
          <a:solidFill>
            <a:srgbClr val="1324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44752"/>
            <a:ext cx="3977640" cy="411480"/>
          </a:xfrm>
          <a:prstGeom prst="rect">
            <a:avLst/>
          </a:prstGeom>
          <a:solidFill>
            <a:srgbClr val="096E7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SCOPE — MVP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selection interface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5420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 question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from structured guide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639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line spoiler-safe hint responses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41879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session memory for follow-ups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3977640" cy="3401568"/>
          </a:xfrm>
          <a:prstGeom prst="rect">
            <a:avLst/>
          </a:prstGeom>
          <a:solidFill>
            <a:srgbClr val="132436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44752"/>
            <a:ext cx="397764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DEFERRED (post-MVP)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9933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Multi-game or broad game coverage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5420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community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0906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game integrations or overlays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39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1879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guide source dependence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succeeds if players prefer micro-hints over searching Google, a wiki, or a video.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E9AA7">
              <a:alpha val="10000"/>
            </a:srgbClr>
          </a:solidFill>
          <a:ln w="12700">
            <a:solidFill>
              <a:srgbClr val="0E9AA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560320"/>
            <a:ext cx="2743200" cy="2743200"/>
          </a:xfrm>
          <a:prstGeom prst="ellipse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help.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right moment.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SecondSeat is a focused AI companion built around one product philosophy: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flow-preserving guidance that reduces friction instead of adding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20116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J. Asino  •  SecondSeat  •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SecondSeat - Product Pitch</dc:title>
  <dc:subject>PptxGenJS Presentation</dc:subject>
  <dc:creator>PptxGenJS</dc:creator>
  <cp:lastModifiedBy>PptxGenJS</cp:lastModifiedBy>
  <cp:revision>1</cp:revision>
  <dcterms:created xsi:type="dcterms:W3CDTF">2026-05-08T03:19:17Z</dcterms:created>
  <dcterms:modified xsi:type="dcterms:W3CDTF">2026-05-08T03:19:17Z</dcterms:modified>
</cp:coreProperties>
</file>